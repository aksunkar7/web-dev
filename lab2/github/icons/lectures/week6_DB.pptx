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2932"/>
  </p:normalViewPr>
  <p:slideViewPr>
    <p:cSldViewPr>
      <p:cViewPr varScale="1">
        <p:scale>
          <a:sx n="101" d="100"/>
          <a:sy n="101" d="100"/>
        </p:scale>
        <p:origin x="-1272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A1240-15C8-5744-912C-E51DFBDD183E}" type="datetimeFigureOut">
              <a:rPr lang="ru-RU" smtClean="0"/>
              <a:t>03.10.25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14CA4-0819-184D-840D-6230181D8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51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29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2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3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4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3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2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0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707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42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0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25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03.10.25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1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Reference options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986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Foreign Key </a:t>
            </a:r>
            <a:r>
              <a:rPr dirty="0" smtClean="0"/>
              <a:t>Options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Comparison of ON DELETE behaviors:</a:t>
            </a:r>
          </a:p>
          <a:p>
            <a:pPr marL="0" indent="0">
              <a:buNone/>
            </a:pPr>
            <a:r>
              <a:rPr dirty="0"/>
              <a:t>- RESTRICT</a:t>
            </a:r>
          </a:p>
          <a:p>
            <a:pPr marL="0" indent="0">
              <a:buNone/>
            </a:pPr>
            <a:r>
              <a:rPr dirty="0"/>
              <a:t>- CASCADE</a:t>
            </a:r>
          </a:p>
          <a:p>
            <a:pPr marL="0" indent="0">
              <a:buNone/>
            </a:pPr>
            <a:r>
              <a:rPr dirty="0"/>
              <a:t>- SET NULL</a:t>
            </a:r>
          </a:p>
          <a:p>
            <a:pPr marL="0" indent="0">
              <a:buNone/>
            </a:pPr>
            <a:r>
              <a:rPr dirty="0"/>
              <a:t>- SET DEFAULT</a:t>
            </a:r>
          </a:p>
          <a:p>
            <a:pPr marL="0" indent="0">
              <a:buNone/>
            </a:pPr>
            <a:r>
              <a:rPr dirty="0"/>
              <a:t>- NO ACTION</a:t>
            </a:r>
          </a:p>
        </p:txBody>
      </p:sp>
    </p:spTree>
    <p:extLst>
      <p:ext uri="{BB962C8B-B14F-4D97-AF65-F5344CB8AC3E}">
        <p14:creationId xmlns:p14="http://schemas.microsoft.com/office/powerpoint/2010/main" val="229418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ON DELETE RESTRICT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18287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Prevents deletion of parent row if related child rows exist.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- Department cannot be deleted if employees are still assigned.</a:t>
            </a: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2362200"/>
            <a:ext cx="6337691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9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dirty="0"/>
              <a:t>ON DELETE CASCADE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114299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Automatically deletes child rows when parent row is deleted.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- Delete course → enrolled students are deleted too.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09800"/>
            <a:ext cx="6400800" cy="45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39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dirty="0"/>
              <a:t>ON DELETE SET NULL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13715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Sets the foreign key in child rows to NULL when parent row is deleted.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- Delete manager → employees' manager_id becomes NULL.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00" y="3416300"/>
            <a:ext cx="25400" cy="2540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3416300"/>
            <a:ext cx="25400" cy="2540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209800"/>
            <a:ext cx="6400800" cy="45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11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dirty="0"/>
              <a:t>ON DELETE SET DEFAULT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2954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Sets the foreign key in child rows to its DEFAULT value when parent row is deleted.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- Delete category → product moves to 'Default' category.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2133601"/>
            <a:ext cx="6615779" cy="469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2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 DELETE NO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 to RESTRICT, prevents deletion if child rows exist.</a:t>
            </a:r>
          </a:p>
          <a:p>
            <a:r>
              <a:t>But check is deferred until the end of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216190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 → Block deletion</a:t>
            </a:r>
          </a:p>
          <a:p>
            <a:r>
              <a:t>CASCADE → Delete children</a:t>
            </a:r>
          </a:p>
          <a:p>
            <a:r>
              <a:t>SET NULL → Remove relation</a:t>
            </a:r>
          </a:p>
          <a:p>
            <a:r>
              <a:t>SET DEFAULT → Assign default</a:t>
            </a:r>
          </a:p>
          <a:p>
            <a:r>
              <a:t>NO ACTION → Same as RESTRICT but deferred</a:t>
            </a:r>
          </a:p>
        </p:txBody>
      </p:sp>
    </p:spTree>
    <p:extLst>
      <p:ext uri="{BB962C8B-B14F-4D97-AF65-F5344CB8AC3E}">
        <p14:creationId xmlns:p14="http://schemas.microsoft.com/office/powerpoint/2010/main" val="344137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x-none" dirty="0" smtClean="0"/>
              <a:t>     </a:t>
            </a:r>
            <a:r>
              <a:rPr dirty="0" smtClean="0"/>
              <a:t>Choosing </a:t>
            </a:r>
            <a:r>
              <a:rPr dirty="0"/>
              <a:t>the right ON DELETE option is critical for maintaining data integrity.</a:t>
            </a:r>
          </a:p>
          <a:p>
            <a:pPr marL="0" indent="0">
              <a:buNone/>
            </a:pPr>
            <a:r>
              <a:rPr lang="x-none" dirty="0" smtClean="0"/>
              <a:t>     </a:t>
            </a:r>
            <a:r>
              <a:rPr dirty="0" smtClean="0"/>
              <a:t>It </a:t>
            </a:r>
            <a:r>
              <a:rPr dirty="0"/>
              <a:t>depends on business logic:</a:t>
            </a:r>
          </a:p>
          <a:p>
            <a:pPr marL="0" indent="0">
              <a:buNone/>
            </a:pPr>
            <a:r>
              <a:rPr dirty="0"/>
              <a:t>- RESTRICT: strict integrity</a:t>
            </a:r>
          </a:p>
          <a:p>
            <a:pPr marL="0" indent="0">
              <a:buNone/>
            </a:pPr>
            <a:r>
              <a:rPr dirty="0"/>
              <a:t>- CASCADE: automatic cleanup</a:t>
            </a:r>
          </a:p>
          <a:p>
            <a:pPr marL="0" indent="0">
              <a:buNone/>
            </a:pPr>
            <a:r>
              <a:rPr dirty="0"/>
              <a:t>- SET NULL/DEFAULT: keep records but adjust relations</a:t>
            </a:r>
          </a:p>
        </p:txBody>
      </p:sp>
    </p:spTree>
    <p:extLst>
      <p:ext uri="{BB962C8B-B14F-4D97-AF65-F5344CB8AC3E}">
        <p14:creationId xmlns:p14="http://schemas.microsoft.com/office/powerpoint/2010/main" val="18927590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</TotalTime>
  <Words>239</Words>
  <Application>Microsoft Macintosh PowerPoint</Application>
  <PresentationFormat>Экран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Reference options</vt:lpstr>
      <vt:lpstr>Foreign Key Options</vt:lpstr>
      <vt:lpstr>ON DELETE RESTRICT</vt:lpstr>
      <vt:lpstr>ON DELETE CASCADE</vt:lpstr>
      <vt:lpstr>ON DELETE SET NULL</vt:lpstr>
      <vt:lpstr>ON DELETE SET DEFAULT</vt:lpstr>
      <vt:lpstr>ON DELETE NO ACTION</vt:lpstr>
      <vt:lpstr>Comparison Table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Markov Models and Probabilistic Parsers</dc:title>
  <dc:creator>Michael</dc:creator>
  <cp:lastModifiedBy>Assel Syrymbayeva</cp:lastModifiedBy>
  <cp:revision>45</cp:revision>
  <dcterms:created xsi:type="dcterms:W3CDTF">2016-09-27T05:07:12Z</dcterms:created>
  <dcterms:modified xsi:type="dcterms:W3CDTF">2025-10-03T14:07:50Z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2016-09-27T00:00:00Z</vt:filetime>
  </property>
</Properties>
</file>